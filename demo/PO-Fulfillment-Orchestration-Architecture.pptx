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KOHLER 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Order Assistant AI that turns every distributor purchase order Kohler receives —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from intake to shipment — into a fast, accurate, self-validating workflow, with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 and human-in-the-loop control on exceptions.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impact for Kohler.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  ·  KOHLER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distributor PO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Kohler receives a high volume of purchase orders from wholesale distributors, showrooms and retailers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(e.g. Great Lakes Plumbing) across email, EDI and portals.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Kohler continually supersedes fixtures, cartridges and finishes. CSRs must catch obsolete SKUs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each, kits and cases (e.g. Clearflo drain kits).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Distributor-specific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distributor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  ·  KOHLER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 for Kohler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distributor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CHANNELS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Web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Manual entry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·  Streamlit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POC runs on Streamlit + Python with master data as workbooks; production maps to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PO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Portal / Manual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—  Streamlit UI  (intake · live agent panels · one-click decisions · audit)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Terminator 8"/>
          <p:cNvSpPr/>
          <p:nvPr/>
        </p:nvSpPr>
        <p:spPr>
          <a:xfrm>
            <a:off x="2148840" y="164592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PO received</a:t>
            </a:r>
          </a:p>
        </p:txBody>
      </p:sp>
      <p:sp>
        <p:nvSpPr>
          <p:cNvPr id="10" name="Process 9"/>
          <p:cNvSpPr/>
          <p:nvPr/>
        </p:nvSpPr>
        <p:spPr>
          <a:xfrm>
            <a:off x="2148840" y="2212848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— extract &amp; reconcile vs master data</a:t>
            </a:r>
          </a:p>
        </p:txBody>
      </p:sp>
      <p:sp>
        <p:nvSpPr>
          <p:cNvPr id="11" name="Decision 10"/>
          <p:cNvSpPr/>
          <p:nvPr/>
        </p:nvSpPr>
        <p:spPr>
          <a:xfrm>
            <a:off x="2560320" y="2852928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issues?</a:t>
            </a:r>
          </a:p>
        </p:txBody>
      </p:sp>
      <p:sp>
        <p:nvSpPr>
          <p:cNvPr id="12" name="Process 11"/>
          <p:cNvSpPr/>
          <p:nvPr/>
        </p:nvSpPr>
        <p:spPr>
          <a:xfrm>
            <a:off x="2148840" y="3730752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Run decision pipeline (Customer → … → Approvals)</a:t>
            </a:r>
          </a:p>
        </p:txBody>
      </p:sp>
      <p:sp>
        <p:nvSpPr>
          <p:cNvPr id="13" name="Decision 12"/>
          <p:cNvSpPr/>
          <p:nvPr/>
        </p:nvSpPr>
        <p:spPr>
          <a:xfrm>
            <a:off x="2560320" y="4370832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Policy exception?</a:t>
            </a:r>
          </a:p>
        </p:txBody>
      </p:sp>
      <p:sp>
        <p:nvSpPr>
          <p:cNvPr id="14" name="Process 13"/>
          <p:cNvSpPr/>
          <p:nvPr/>
        </p:nvSpPr>
        <p:spPr>
          <a:xfrm>
            <a:off x="2148840" y="5248656"/>
            <a:ext cx="3566160" cy="50292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Execution — create sales order</a:t>
            </a:r>
          </a:p>
        </p:txBody>
      </p:sp>
      <p:sp>
        <p:nvSpPr>
          <p:cNvPr id="15" name="Terminator 14"/>
          <p:cNvSpPr/>
          <p:nvPr/>
        </p:nvSpPr>
        <p:spPr>
          <a:xfrm>
            <a:off x="2148840" y="585216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Order created + full audit trail</a:t>
            </a:r>
          </a:p>
        </p:txBody>
      </p:sp>
      <p:sp>
        <p:nvSpPr>
          <p:cNvPr id="16" name="Process 15"/>
          <p:cNvSpPr/>
          <p:nvPr/>
        </p:nvSpPr>
        <p:spPr>
          <a:xfrm>
            <a:off x="7223760" y="2761488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gate(s):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</a:t>
            </a:r>
          </a:p>
        </p:txBody>
      </p:sp>
      <p:sp>
        <p:nvSpPr>
          <p:cNvPr id="17" name="Process 16"/>
          <p:cNvSpPr/>
          <p:nvPr/>
        </p:nvSpPr>
        <p:spPr>
          <a:xfrm>
            <a:off x="7223760" y="4279392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Notify</a:t>
            </a:r>
          </a:p>
        </p:txBody>
      </p:sp>
      <p:sp>
        <p:nvSpPr>
          <p:cNvPr id="18" name="Terminator 17"/>
          <p:cNvSpPr/>
          <p:nvPr/>
        </p:nvSpPr>
        <p:spPr>
          <a:xfrm>
            <a:off x="7223760" y="5394960"/>
            <a:ext cx="3840480" cy="502920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stopped / routed to team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2103120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2761488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31920" y="3630168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05072" y="364845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4279392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31920" y="5148072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05072" y="515721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5751576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03520" y="3172968"/>
            <a:ext cx="1920240" cy="6858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0680" y="2926080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03720" y="3566160"/>
            <a:ext cx="32004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03720" y="3566160"/>
            <a:ext cx="0" cy="438912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4005072"/>
            <a:ext cx="297180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3785615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303520" y="4690872"/>
            <a:ext cx="1920240" cy="6858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40680" y="4443984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903720" y="5102352"/>
            <a:ext cx="32004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03720" y="5102352"/>
            <a:ext cx="0" cy="397764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15000" y="5500116"/>
            <a:ext cx="118872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0" y="528523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0" y="5102352"/>
            <a:ext cx="0" cy="292608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35440" y="5120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0" b="1" i="0">
                <a:solidFill>
                  <a:srgbClr val="2E2E4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(mock Excel workbooks in the POC; enterprise systems in production).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Plumbing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Ceramic Disc Cartridge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Tank-to-Bowl Gasket Kit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Pressure-Balancing Valve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Technology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  ·  Kohler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POC (today)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Python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Streamlit CSR workspace UI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Master data as Excel workbooks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Mock integrations (email / ERP)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Runs locally — fast to demo &amp; iterate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Production path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Connect to ERP / MDM / pricing systems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Swap workbooks for live master data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working accelerator today — a clear path to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Next: connect live systems, add LLM-assisted reasoning, and pilot with real Kohler 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