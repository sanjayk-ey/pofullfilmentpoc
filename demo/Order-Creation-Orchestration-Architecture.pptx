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PO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7315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572768"/>
            <a:ext cx="1170432" cy="32004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572768"/>
            <a:ext cx="54864" cy="3200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882896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882896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91056" y="768096"/>
            <a:ext cx="826617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PO INTAKE — received via any channel;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is the first agent in the orchestration below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987552"/>
            <a:ext cx="2651760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18488" y="987552"/>
            <a:ext cx="265176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9928" y="1069848"/>
            <a:ext cx="246887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1271016"/>
            <a:ext cx="246887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36008" y="987552"/>
            <a:ext cx="5248655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987552"/>
            <a:ext cx="5248655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45736" y="1078992"/>
            <a:ext cx="506577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The </a:t>
            </a:r>
            <a:r>
              <a:rPr sz="700" b="1" i="0">
                <a:solidFill>
                  <a:srgbClr val="4A9EFF"/>
                </a:solidFill>
                <a:latin typeface="Segoe UI"/>
              </a:rPr>
              <a:t>🤖 Intake Agent</a:t>
            </a:r>
            <a:r>
              <a:rPr sz="700" b="0" i="0">
                <a:solidFill>
                  <a:srgbClr val="FFFFFF"/>
                </a:solidFill>
                <a:latin typeface="Segoe UI"/>
              </a:rPr>
              <a:t> reads every PO and extracts: SKU · qty · UOM · ship-to ZIP · delivery date · PO number · customer / buyer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72768" y="1572768"/>
            <a:ext cx="8357615" cy="320040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700784" y="1682495"/>
            <a:ext cx="8101583" cy="36576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623559" y="2084832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0784" y="2249424"/>
            <a:ext cx="835151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00784" y="2249424"/>
            <a:ext cx="835151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2517647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609087" y="2249424"/>
            <a:ext cx="835151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9087" y="2249424"/>
            <a:ext cx="835151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3425951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517391" y="2249424"/>
            <a:ext cx="835151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17391" y="2249424"/>
            <a:ext cx="835151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433425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25696" y="2249424"/>
            <a:ext cx="835151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25696" y="2249424"/>
            <a:ext cx="835151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524256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333999" y="2249424"/>
            <a:ext cx="835151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3999" y="2249424"/>
            <a:ext cx="835151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6150863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42304" y="2249424"/>
            <a:ext cx="835151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42304" y="2249424"/>
            <a:ext cx="835151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705916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150607" y="2249424"/>
            <a:ext cx="835151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50607" y="2249424"/>
            <a:ext cx="835151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796747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58911" y="2249424"/>
            <a:ext cx="835151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58911" y="2249424"/>
            <a:ext cx="835151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887577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967215" y="2249424"/>
            <a:ext cx="835151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67215" y="2249424"/>
            <a:ext cx="835151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11836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26663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934967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843272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751575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65988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568183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476488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479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1700784" y="3904487"/>
            <a:ext cx="8101583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00784" y="3904487"/>
            <a:ext cx="8101583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91056" y="491947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618488" y="519379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2" name="Chevron 61"/>
          <p:cNvSpPr/>
          <p:nvPr/>
        </p:nvSpPr>
        <p:spPr>
          <a:xfrm>
            <a:off x="3803904" y="539496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224528" y="5193792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183124" y="5193792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41720" y="5193792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100316" y="5193792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58911" y="5193792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017507" y="5193792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076688" y="749808"/>
            <a:ext cx="1847088" cy="5157216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270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076688" y="749808"/>
            <a:ext cx="1847088" cy="82296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186415" y="886968"/>
            <a:ext cx="16276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A97BFF"/>
                </a:solidFill>
                <a:latin typeface="Segoe UI"/>
              </a:rPr>
              <a:t>LEGACY DATA SYSTEM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86415" y="1088136"/>
            <a:ext cx="16276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1">
                <a:solidFill>
                  <a:srgbClr val="C2C2D0"/>
                </a:solidFill>
                <a:latin typeface="Segoe UI"/>
              </a:rPr>
              <a:t>governed data · read by the agents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186415" y="1408176"/>
            <a:ext cx="1627632" cy="699516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Master data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186415" y="1408176"/>
            <a:ext cx="45720" cy="699516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0186415" y="2153412"/>
            <a:ext cx="1627632" cy="699516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Reference &amp; catalog data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186415" y="2153412"/>
            <a:ext cx="45720" cy="699516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0186415" y="2898648"/>
            <a:ext cx="1627632" cy="699516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Business rules &amp; policies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186415" y="2898648"/>
            <a:ext cx="45720" cy="699516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186415" y="3643884"/>
            <a:ext cx="1627632" cy="699516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Limits &amp; thresholds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186415" y="3643884"/>
            <a:ext cx="45720" cy="699516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186415" y="4389120"/>
            <a:ext cx="1627632" cy="699516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Contracts &amp; pricing data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186415" y="4389120"/>
            <a:ext cx="45720" cy="699516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10186415" y="5134356"/>
            <a:ext cx="1627632" cy="699516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Integration endpoints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186415" y="5134356"/>
            <a:ext cx="45720" cy="699516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Down Arrow 84"/>
          <p:cNvSpPr/>
          <p:nvPr/>
        </p:nvSpPr>
        <p:spPr>
          <a:xfrm>
            <a:off x="5605271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Down Arrow 85"/>
          <p:cNvSpPr/>
          <p:nvPr/>
        </p:nvSpPr>
        <p:spPr>
          <a:xfrm>
            <a:off x="5605271" y="47548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 flipH="1">
            <a:off x="9930384" y="3172968"/>
            <a:ext cx="146304" cy="0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9930384" y="5394960"/>
            <a:ext cx="146304" cy="0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320040" y="60899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