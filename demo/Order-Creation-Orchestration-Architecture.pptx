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443984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443984"/>
            <a:ext cx="54864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5486400"/>
            <a:ext cx="1225296" cy="9692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LEGACY 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5486400"/>
            <a:ext cx="54864" cy="969264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any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Excel PO etc.</a:t>
            </a:r>
          </a:p>
        </p:txBody>
      </p:sp>
      <p:sp>
        <p:nvSpPr>
          <p:cNvPr id="19" name="Chevron 18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90288" y="1005840"/>
            <a:ext cx="72511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1005840"/>
            <a:ext cx="72511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1088136"/>
            <a:ext cx="7022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1298448"/>
            <a:ext cx="70225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4208" y="1737360"/>
            <a:ext cx="102229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773936" y="1792224"/>
            <a:ext cx="100035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66476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3936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29340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03466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3466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Chevron 31"/>
          <p:cNvSpPr/>
          <p:nvPr/>
        </p:nvSpPr>
        <p:spPr>
          <a:xfrm>
            <a:off x="41948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95394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5394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54555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556123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56123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Chevron 37"/>
          <p:cNvSpPr/>
          <p:nvPr/>
        </p:nvSpPr>
        <p:spPr>
          <a:xfrm>
            <a:off x="67162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816852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16852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7976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77581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77581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Chevron 43"/>
          <p:cNvSpPr/>
          <p:nvPr/>
        </p:nvSpPr>
        <p:spPr>
          <a:xfrm>
            <a:off x="92377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338309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38309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04984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99038" y="2304288"/>
            <a:ext cx="11784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599038" y="2304288"/>
            <a:ext cx="11784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23631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238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8846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1453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060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6667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9275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1882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1773936" y="3730752"/>
            <a:ext cx="100035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773936" y="3730752"/>
            <a:ext cx="100035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82496" y="4480560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9928" y="4736592"/>
            <a:ext cx="2148840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2" name="Chevron 61"/>
          <p:cNvSpPr/>
          <p:nvPr/>
        </p:nvSpPr>
        <p:spPr>
          <a:xfrm>
            <a:off x="3895344" y="4919472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31596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82412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48855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15300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381743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648188" y="4736592"/>
            <a:ext cx="1193291" cy="54864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664208" y="5486400"/>
            <a:ext cx="10222992" cy="969264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773936" y="5559552"/>
            <a:ext cx="100035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77393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7977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8561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79145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79729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803136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80897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81481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82065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826495" y="5870448"/>
            <a:ext cx="950975" cy="51206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1" name="Down Arrow 80"/>
          <p:cNvSpPr/>
          <p:nvPr/>
        </p:nvSpPr>
        <p:spPr>
          <a:xfrm>
            <a:off x="66294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Down Arrow 81"/>
          <p:cNvSpPr/>
          <p:nvPr/>
        </p:nvSpPr>
        <p:spPr>
          <a:xfrm>
            <a:off x="66294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 flipV="1">
            <a:off x="1609344" y="4315968"/>
            <a:ext cx="0" cy="1170432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