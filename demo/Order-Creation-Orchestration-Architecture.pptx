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LAYER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85292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5351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5351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032504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33087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33087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21207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12663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2663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3916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92240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57123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5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1815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75080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5139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5139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own Arrow 84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