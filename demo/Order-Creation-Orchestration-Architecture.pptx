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CSR WORKSPACE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LAYER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decision cards · one-click actions (Approve · Reject · Escalate · Correct · Pick · Enter) · live agent panels · audit viewer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85292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5351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5351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032504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33087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33087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21207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12663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12663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3916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92240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57123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5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1815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75080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51391" y="2798064"/>
            <a:ext cx="1097279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51391" y="2798064"/>
            <a:ext cx="1097279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2" name="Down Arrow 81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Down Arrow 82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Down Arrow 84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