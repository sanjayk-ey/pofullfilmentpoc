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PO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7315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102229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PO INTAKE — received via any channel;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is the first agent in the orchestration below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2651760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265176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246887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246887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36008" y="987552"/>
            <a:ext cx="720547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987552"/>
            <a:ext cx="7205471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45736" y="1078992"/>
            <a:ext cx="70225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The </a:t>
            </a:r>
            <a:r>
              <a:rPr sz="700" b="1" i="0">
                <a:solidFill>
                  <a:srgbClr val="4A9EFF"/>
                </a:solidFill>
                <a:latin typeface="Segoe UI"/>
              </a:rPr>
              <a:t>🤖 Intake Agent</a:t>
            </a:r>
            <a:r>
              <a:rPr sz="700" b="0" i="0">
                <a:solidFill>
                  <a:srgbClr val="FFFFFF"/>
                </a:solidFill>
                <a:latin typeface="Segoe UI"/>
              </a:rPr>
              <a:t> reads every PO and extracts: SKU · qty · UOM · ship-to ZIP · delivery date · PO number · customer / buyer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700784" y="1682495"/>
            <a:ext cx="10058400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2452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09260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93992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78724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63455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64818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own Arrow 69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