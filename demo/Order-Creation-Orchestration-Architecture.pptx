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PO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7315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768096"/>
            <a:ext cx="102229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PO INTAKE — received via any channel;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is the first agent in the orchestration below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987552"/>
            <a:ext cx="10222992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18488" y="98755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9928" y="106984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1271016"/>
            <a:ext cx="1004011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00784" y="1737360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— coordinates the specialist AI agents over a shared context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59" name="Chevron 58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22452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09260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793992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8724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5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64818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6" name="Down Arrow 65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Down Arrow 66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