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170432" cy="8961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896112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19072"/>
            <a:ext cx="1170432" cy="3310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19072"/>
            <a:ext cx="54864" cy="33101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5102352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5102352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8488" y="987552"/>
            <a:ext cx="2468880" cy="5852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18488" y="987552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9928" y="1069848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1271016"/>
            <a:ext cx="2286000" cy="265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17" name="Chevron 16"/>
          <p:cNvSpPr/>
          <p:nvPr/>
        </p:nvSpPr>
        <p:spPr>
          <a:xfrm>
            <a:off x="4133087" y="1207007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98848" y="987552"/>
            <a:ext cx="5385815" cy="585216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98848" y="987552"/>
            <a:ext cx="5385815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1060704"/>
            <a:ext cx="515721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1252728"/>
            <a:ext cx="515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delivery date · PO number · customer / buyer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72768" y="1719072"/>
            <a:ext cx="8357615" cy="331012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0784" y="1828800"/>
            <a:ext cx="8101583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623559" y="223113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00784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00784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>
            <a:off x="2615184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724912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24912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3639312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49039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39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4663440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73168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73168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5687568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97296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97296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Chevron 38"/>
          <p:cNvSpPr/>
          <p:nvPr/>
        </p:nvSpPr>
        <p:spPr>
          <a:xfrm>
            <a:off x="6711696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821424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21424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7735824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45552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45552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Chevron 44"/>
          <p:cNvSpPr/>
          <p:nvPr/>
        </p:nvSpPr>
        <p:spPr>
          <a:xfrm>
            <a:off x="8759952" y="2862072"/>
            <a:ext cx="146304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869680" y="2414015"/>
            <a:ext cx="932688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4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69680" y="2414015"/>
            <a:ext cx="932688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167128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191256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215383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39512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263640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7768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311896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336024" y="3474720"/>
            <a:ext cx="0" cy="694944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700784" y="4169664"/>
            <a:ext cx="8101583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00784" y="4169664"/>
            <a:ext cx="8101583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91056" y="5138928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618488" y="5413248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0" name="Chevron 59"/>
          <p:cNvSpPr/>
          <p:nvPr/>
        </p:nvSpPr>
        <p:spPr>
          <a:xfrm>
            <a:off x="3803904" y="56144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224528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83124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41720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100316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58911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17507" y="5413248"/>
            <a:ext cx="867155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076688" y="749808"/>
            <a:ext cx="1847088" cy="5376672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270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76688" y="749808"/>
            <a:ext cx="1847088" cy="82296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86415" y="886968"/>
            <a:ext cx="16276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A97BFF"/>
                </a:solidFill>
                <a:latin typeface="Segoe UI"/>
              </a:rPr>
              <a:t>LEGACY DATA SYSTEM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86415" y="1088136"/>
            <a:ext cx="16276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1">
                <a:solidFill>
                  <a:srgbClr val="C2C2D0"/>
                </a:solidFill>
                <a:latin typeface="Segoe UI"/>
              </a:rPr>
              <a:t>governed master data · read by the agents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86415" y="1408176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Product catalog · subs · UOM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86415" y="1408176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10186415" y="1877263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Customer &amp; Ship-to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186415" y="1877263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0186415" y="2346350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86415" y="2346350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0186415" y="2815437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86415" y="2815437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186415" y="3284524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86415" y="3284524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86415" y="3753612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186415" y="3753612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186415" y="4222699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86415" y="4222699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10186415" y="4691786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Budget &amp; Approval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86415" y="4691786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0186415" y="5160873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Compliance &amp; SDS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186415" y="5160873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0186415" y="5629960"/>
            <a:ext cx="1627632" cy="423367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Segoe UI"/>
              </a:rPr>
              <a:t>Execution endpoints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186415" y="5629960"/>
            <a:ext cx="45720" cy="423367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Down Arrow 90"/>
          <p:cNvSpPr/>
          <p:nvPr/>
        </p:nvSpPr>
        <p:spPr>
          <a:xfrm>
            <a:off x="5605271" y="1627631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Down Arrow 91"/>
          <p:cNvSpPr/>
          <p:nvPr/>
        </p:nvSpPr>
        <p:spPr>
          <a:xfrm>
            <a:off x="5605271" y="501091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H="1">
            <a:off x="9930384" y="3374136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9930384" y="5614416"/>
            <a:ext cx="146304" cy="0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20040" y="6309360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