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444752"/>
            <a:ext cx="1170432" cy="38039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HUMAN DECISIONS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LEGACY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444752"/>
            <a:ext cx="54864" cy="38039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01752" y="5431536"/>
            <a:ext cx="1170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5431536"/>
            <a:ext cx="54864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444752"/>
            <a:ext cx="10314432" cy="3803904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00784" y="1572768"/>
            <a:ext cx="10058400" cy="1477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 dirty="0">
                <a:solidFill>
                  <a:srgbClr val="FFE600"/>
                </a:solidFill>
                <a:latin typeface="Segoe UI"/>
              </a:rPr>
              <a:t>🤖  AGENT</a:t>
            </a:r>
            <a:r>
              <a:rPr lang="en-US" sz="960" b="1" i="0" dirty="0">
                <a:solidFill>
                  <a:srgbClr val="FFE600"/>
                </a:solidFill>
                <a:latin typeface="Segoe UI"/>
              </a:rPr>
              <a:t>S</a:t>
            </a:r>
            <a:r>
              <a:rPr sz="960" b="1" i="0" dirty="0">
                <a:solidFill>
                  <a:srgbClr val="FFE600"/>
                </a:solidFill>
                <a:latin typeface="Segoe UI"/>
              </a:rPr>
              <a:t> ORCHESTRATION  </a:t>
            </a:r>
            <a:r>
              <a:rPr sz="800" b="0" i="0" dirty="0">
                <a:solidFill>
                  <a:srgbClr val="C2C2D0"/>
                </a:solidFill>
                <a:latin typeface="Segoe UI"/>
              </a:rPr>
              <a:t>— multi AI agents works together to process order end-to-end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00784" y="1901952"/>
            <a:ext cx="10058400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00784" y="1901952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700784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00784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Chevron 19"/>
          <p:cNvSpPr/>
          <p:nvPr/>
        </p:nvSpPr>
        <p:spPr>
          <a:xfrm>
            <a:off x="2735072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826512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26512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Chevron 22"/>
          <p:cNvSpPr/>
          <p:nvPr/>
        </p:nvSpPr>
        <p:spPr>
          <a:xfrm>
            <a:off x="3860800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952239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239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Chevron 25"/>
          <p:cNvSpPr/>
          <p:nvPr/>
        </p:nvSpPr>
        <p:spPr>
          <a:xfrm>
            <a:off x="4986528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77967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7967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Chevron 28"/>
          <p:cNvSpPr/>
          <p:nvPr/>
        </p:nvSpPr>
        <p:spPr>
          <a:xfrm>
            <a:off x="6112256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03696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3696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Chevron 31"/>
          <p:cNvSpPr/>
          <p:nvPr/>
        </p:nvSpPr>
        <p:spPr>
          <a:xfrm>
            <a:off x="7237984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329423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29423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Chevron 34"/>
          <p:cNvSpPr/>
          <p:nvPr/>
        </p:nvSpPr>
        <p:spPr>
          <a:xfrm>
            <a:off x="8363712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455152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5152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Chevron 37"/>
          <p:cNvSpPr/>
          <p:nvPr/>
        </p:nvSpPr>
        <p:spPr>
          <a:xfrm>
            <a:off x="9489440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580879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80879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Chevron 40"/>
          <p:cNvSpPr/>
          <p:nvPr/>
        </p:nvSpPr>
        <p:spPr>
          <a:xfrm>
            <a:off x="10615168" y="31546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0706607" y="27066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06607" y="27066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700784" y="4096512"/>
            <a:ext cx="10058400" cy="98755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700784" y="4096512"/>
            <a:ext cx="10058400" cy="5486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792224" y="4197096"/>
            <a:ext cx="987551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3C9C9"/>
                </a:solidFill>
                <a:latin typeface="Segoe UI"/>
              </a:rPr>
              <a:t>LEGACY DATA SOURCE SYSTEMS 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— every agent validates against these systems of record (ERP / CRM / legacy DBs)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792224" y="4480560"/>
            <a:ext cx="156972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3383" y="4480560"/>
            <a:ext cx="156972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contracts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14544" y="4480560"/>
            <a:ext cx="156972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Credit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terms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75704" y="4480560"/>
            <a:ext cx="156972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/ ATP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36864" y="4480560"/>
            <a:ext cx="156972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Logistics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&amp; carriers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98024" y="4480560"/>
            <a:ext cx="156972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Approvals matrix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Segoe UI"/>
              </a:rPr>
              <a:t>&amp; budget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2227071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227071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352800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352800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478528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478528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604256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604256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729984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729984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855711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855711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981439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981439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107167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107167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1232895" y="2377440"/>
            <a:ext cx="0" cy="329184"/>
          </a:xfrm>
          <a:prstGeom prst="line">
            <a:avLst/>
          </a:prstGeom>
          <a:ln w="1270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232895" y="3767328"/>
            <a:ext cx="0" cy="329184"/>
          </a:xfrm>
          <a:prstGeom prst="line">
            <a:avLst/>
          </a:prstGeom>
          <a:ln w="12700">
            <a:solidFill>
              <a:srgbClr val="33C9C9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1591056" y="546811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618488" y="574243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73" name="Chevron 72"/>
          <p:cNvSpPr/>
          <p:nvPr/>
        </p:nvSpPr>
        <p:spPr>
          <a:xfrm>
            <a:off x="3803904" y="594360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4224528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766206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307884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849563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391241" y="574243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79" name="Down Arrow 78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Down Arrow 79"/>
          <p:cNvSpPr/>
          <p:nvPr/>
        </p:nvSpPr>
        <p:spPr>
          <a:xfrm>
            <a:off x="6583679" y="5230368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225</Words>
  <Application>Microsoft Office PowerPoint</Application>
  <PresentationFormat>Widescreen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Sanjay Kumar Kesarvani</cp:lastModifiedBy>
  <cp:revision>2</cp:revision>
  <dcterms:created xsi:type="dcterms:W3CDTF">2013-01-27T09:14:16Z</dcterms:created>
  <dcterms:modified xsi:type="dcterms:W3CDTF">2026-07-22T07:24:29Z</dcterms:modified>
  <cp:category/>
</cp:coreProperties>
</file>