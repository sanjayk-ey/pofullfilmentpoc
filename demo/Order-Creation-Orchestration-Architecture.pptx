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18488" y="896112"/>
            <a:ext cx="10222992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8488" y="89611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97840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CUSTOMER INTERACTION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179576"/>
            <a:ext cx="10040112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784" y="1737360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— coordinates the specialist AI agents over a shared context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6" name="Chevron 55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2452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509260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793992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78724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63455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64818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