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18488" y="896112"/>
            <a:ext cx="10222992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8488" y="89611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978408"/>
            <a:ext cx="100401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CUSTOMER INTERACTION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1179576"/>
            <a:ext cx="10040112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1572768"/>
            <a:ext cx="10314432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0784" y="1737360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E600"/>
                </a:solidFill>
                <a:latin typeface="Segoe UI"/>
              </a:rPr>
              <a:t>🤖  AGENT ORCHESTRATION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— multi AI agents works together to process order end-to-end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601968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00784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00784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27350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2651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2651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386080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5223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223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498652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7796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796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6112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3696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3696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7237984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29423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29423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836371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5515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515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948944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087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8087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10615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70660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70660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22707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5280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7852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604256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729984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571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981439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1071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23289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700784" y="3904487"/>
            <a:ext cx="10058400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00784" y="3904487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56" name="Chevron 55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24528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766206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07884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849563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391241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Email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notification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own Arrow 62"/>
          <p:cNvSpPr/>
          <p:nvPr/>
        </p:nvSpPr>
        <p:spPr>
          <a:xfrm>
            <a:off x="6583679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0040" y="60899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