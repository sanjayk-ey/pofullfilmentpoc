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25786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CSR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25786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4352544"/>
            <a:ext cx="1225296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4352544"/>
            <a:ext cx="54864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4773168"/>
            <a:ext cx="1225296" cy="7863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4773168"/>
            <a:ext cx="54864" cy="78638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" y="5614416"/>
            <a:ext cx="1225296" cy="8412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5614416"/>
            <a:ext cx="54864" cy="84124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4 methods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Email PO      • PDF PO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Excel PO (.xlsx/.xls)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Scanned PO</a:t>
            </a:r>
          </a:p>
        </p:txBody>
      </p:sp>
      <p:sp>
        <p:nvSpPr>
          <p:cNvPr id="21" name="Chevron 20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90288" y="1005840"/>
            <a:ext cx="54223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288" y="1005840"/>
            <a:ext cx="54223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088136"/>
            <a:ext cx="51937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0016" y="1298448"/>
            <a:ext cx="51937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requested delivery date · PO number · customer / buyer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64208" y="1737360"/>
            <a:ext cx="8394192" cy="25786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773936" y="1792224"/>
            <a:ext cx="8174736" cy="329184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3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resumable, pause-and-resume workflow · Approvals runs last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5733288" y="2139696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773936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73936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2705481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806064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06064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3737610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8194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38194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4769739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870323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70323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5801868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902452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02452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6833997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934581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34581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7866126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966709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plan A/B/C · freight · split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least-cost plan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66709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8898255" y="2688336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998838" y="2304288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98838" y="2304288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2248852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280981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313110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345239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377368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409497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441626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473755" y="3236976"/>
            <a:ext cx="0" cy="493776"/>
          </a:xfrm>
          <a:prstGeom prst="line">
            <a:avLst/>
          </a:prstGeom>
          <a:ln w="15240">
            <a:solidFill>
              <a:srgbClr val="FFB020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1773936" y="3730752"/>
            <a:ext cx="8174736" cy="4754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651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B020"/>
                </a:solidFill>
                <a:latin typeface="Segoe UI"/>
              </a:rPr>
              <a:t>⚠  CSR DECISION LAYER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— every agent pauses on exception and hands the decision to the CSR:   </a:t>
            </a:r>
            <a:r>
              <a:rPr sz="800" b="1" i="0">
                <a:solidFill>
                  <a:srgbClr val="35C759"/>
                </a:solidFill>
                <a:latin typeface="Segoe UI"/>
              </a:rPr>
              <a:t>Approve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5A5A"/>
                </a:solidFill>
                <a:latin typeface="Segoe UI"/>
              </a:rPr>
              <a:t>Reject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·  </a:t>
            </a:r>
            <a:r>
              <a:rPr sz="800" b="1" i="0">
                <a:solidFill>
                  <a:srgbClr val="FFB020"/>
                </a:solidFill>
                <a:latin typeface="Segoe UI"/>
              </a:rPr>
              <a:t>Escalate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   → the pipeline resumes        (all agents pass ⇒ straight-through, autonomous)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73936" y="3730752"/>
            <a:ext cx="8174736" cy="5486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664208" y="4352544"/>
            <a:ext cx="8394192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🤖  EXCEPTION GOVERNANCE AGENT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routes every exception to its owner with severity + SLA (governance master · severity matrix · role routing)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64208" y="4352544"/>
            <a:ext cx="64008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682496" y="479145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709928" y="5010912"/>
            <a:ext cx="214884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6" name="Chevron 65"/>
          <p:cNvSpPr/>
          <p:nvPr/>
        </p:nvSpPr>
        <p:spPr>
          <a:xfrm>
            <a:off x="3895344" y="51572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315968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277612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39255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200899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62543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124187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64208" y="5614416"/>
            <a:ext cx="8394192" cy="84124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773936" y="5669279"/>
            <a:ext cx="81747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77393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522081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7022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018372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766517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514663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62808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010954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759099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507245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255390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6" name="Down Arrow 85"/>
          <p:cNvSpPr/>
          <p:nvPr/>
        </p:nvSpPr>
        <p:spPr>
          <a:xfrm>
            <a:off x="57150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own Arrow 86"/>
          <p:cNvSpPr/>
          <p:nvPr/>
        </p:nvSpPr>
        <p:spPr>
          <a:xfrm>
            <a:off x="5715000" y="429768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Down Arrow 87"/>
          <p:cNvSpPr/>
          <p:nvPr/>
        </p:nvSpPr>
        <p:spPr>
          <a:xfrm>
            <a:off x="5715000" y="4700016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1609344" y="4315968"/>
            <a:ext cx="0" cy="1298448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10168128" y="749808"/>
            <a:ext cx="1737360" cy="480974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168128" y="749808"/>
            <a:ext cx="1737360" cy="8229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277855" y="859536"/>
            <a:ext cx="15179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277855" y="1133856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Multi-agent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277855" y="1133856"/>
            <a:ext cx="45720" cy="808329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10277855" y="203362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Human-in-the-loop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control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277855" y="2033625"/>
            <a:ext cx="45720" cy="808329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10277855" y="293339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Exception 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&amp; SLA routing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277855" y="2933395"/>
            <a:ext cx="45720" cy="808329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0277855" y="383316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277855" y="3833164"/>
            <a:ext cx="45720" cy="808329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0277855" y="473293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Pause &amp; resume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workflow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7855" y="4732934"/>
            <a:ext cx="45720" cy="808329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