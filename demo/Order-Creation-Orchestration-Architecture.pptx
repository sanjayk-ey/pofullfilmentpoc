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AGENT ORCHESTRATION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a team of specialist AI agents works together to process every order end-to-end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66206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07884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49563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91241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own Arrow 62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