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8961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896112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19072"/>
            <a:ext cx="1170432" cy="3310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19072"/>
            <a:ext cx="54864" cy="33101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5102352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5102352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2468880" cy="5852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228600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17" name="Chevron 16"/>
          <p:cNvSpPr/>
          <p:nvPr/>
        </p:nvSpPr>
        <p:spPr>
          <a:xfrm>
            <a:off x="4133087" y="1207007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98848" y="987552"/>
            <a:ext cx="5385815" cy="5852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98848" y="987552"/>
            <a:ext cx="5385815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8576" y="1060704"/>
            <a:ext cx="5157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1252728"/>
            <a:ext cx="515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delivery date · PO number · customer / buyer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72768" y="1719072"/>
            <a:ext cx="8357615" cy="331012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0784" y="1828800"/>
            <a:ext cx="8101583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623559" y="223113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00784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00784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>
            <a:off x="2615184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724912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24912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3639312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49039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39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>
            <a:off x="4663440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73168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73168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5687568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97296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97296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Chevron 38"/>
          <p:cNvSpPr/>
          <p:nvPr/>
        </p:nvSpPr>
        <p:spPr>
          <a:xfrm>
            <a:off x="6711696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821424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21424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7735824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45552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45552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Chevron 44"/>
          <p:cNvSpPr/>
          <p:nvPr/>
        </p:nvSpPr>
        <p:spPr>
          <a:xfrm>
            <a:off x="8759952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69680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69680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167128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191256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215383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239512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263640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87768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311896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336024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700784" y="4169664"/>
            <a:ext cx="8101583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00784" y="4169664"/>
            <a:ext cx="8101583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91056" y="5138928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618488" y="5413248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0" name="Chevron 59"/>
          <p:cNvSpPr/>
          <p:nvPr/>
        </p:nvSpPr>
        <p:spPr>
          <a:xfrm>
            <a:off x="3803904" y="56144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224528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83124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41720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100316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58911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17507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076688" y="749808"/>
            <a:ext cx="1847088" cy="5376672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270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76688" y="749808"/>
            <a:ext cx="1847088" cy="8229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86415" y="886968"/>
            <a:ext cx="16276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A97BFF"/>
                </a:solidFill>
                <a:latin typeface="Segoe UI"/>
              </a:rPr>
              <a:t>LEGACY DATA SYSTEM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86415" y="1088136"/>
            <a:ext cx="16276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1">
                <a:solidFill>
                  <a:srgbClr val="C2C2D0"/>
                </a:solidFill>
                <a:latin typeface="Segoe UI"/>
              </a:rPr>
              <a:t>governed data · read by the agents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86415" y="1408176"/>
            <a:ext cx="1627632" cy="73609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86415" y="1408176"/>
            <a:ext cx="45720" cy="736092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186415" y="2189988"/>
            <a:ext cx="1627632" cy="73609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Reference &amp; catalog data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186415" y="2189988"/>
            <a:ext cx="45720" cy="736092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186415" y="2971800"/>
            <a:ext cx="1627632" cy="73609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Business rules &amp; policies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86415" y="2971800"/>
            <a:ext cx="45720" cy="736092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186415" y="3753612"/>
            <a:ext cx="1627632" cy="73609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Limits &amp; thresholds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86415" y="3753612"/>
            <a:ext cx="45720" cy="736092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186415" y="4535424"/>
            <a:ext cx="1627632" cy="73609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Contracts &amp; pricing data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86415" y="4535424"/>
            <a:ext cx="45720" cy="736092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86415" y="5317236"/>
            <a:ext cx="1627632" cy="73609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Integration endpoints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186415" y="5317236"/>
            <a:ext cx="45720" cy="736092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5605271" y="1627631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5605271" y="501091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H="1">
            <a:off x="9930384" y="3374136"/>
            <a:ext cx="146304" cy="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9930384" y="5614416"/>
            <a:ext cx="146304" cy="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320040" y="6309360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