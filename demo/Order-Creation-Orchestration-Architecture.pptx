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1572768"/>
            <a:ext cx="1170432" cy="320040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HUMAN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1572768"/>
            <a:ext cx="54864" cy="3200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4882896"/>
            <a:ext cx="1170432" cy="10241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4882896"/>
            <a:ext cx="54864" cy="10241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18488" y="896112"/>
            <a:ext cx="10222992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8488" y="896112"/>
            <a:ext cx="102229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978408"/>
            <a:ext cx="100401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CUSTOMER INTERACTION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1179576"/>
            <a:ext cx="10040112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Received as Email PO, Excel PO etc.  →  handed to the orchestration below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72768" y="1572768"/>
            <a:ext cx="10314432" cy="3200400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00784" y="1737360"/>
            <a:ext cx="10058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FFE600"/>
                </a:solidFill>
                <a:latin typeface="Segoe UI"/>
              </a:rPr>
              <a:t>🤖  AGENT ORCHESTRATION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— multi AI agents works together to process order end-to-end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601968" y="2084832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700784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reads PO · extracts fields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00784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73507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2651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2651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386080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5223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catalog · compliance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223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498652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7796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796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6112256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3696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3696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7237984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29423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29423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8363712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55152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55152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9489440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0879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plan A/B/C · freight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80879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0615168" y="2697480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706607" y="2249424"/>
            <a:ext cx="1052575" cy="106070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68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706607" y="2249424"/>
            <a:ext cx="1052575" cy="457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22707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352800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478528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4256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729984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5711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981439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107167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232895" y="3310128"/>
            <a:ext cx="0" cy="594359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700784" y="3904487"/>
            <a:ext cx="10058400" cy="56692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HUMAN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for a human decision, then the pipeline resumes   (all agents pass ⇒ straight-through)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0784" y="3904487"/>
            <a:ext cx="10058400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91056" y="4919472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618488" y="5193792"/>
            <a:ext cx="2148840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56" name="Chevron 55"/>
          <p:cNvSpPr/>
          <p:nvPr/>
        </p:nvSpPr>
        <p:spPr>
          <a:xfrm>
            <a:off x="3803904" y="5394960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224528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766206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07884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849563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391241" y="5193792"/>
            <a:ext cx="1450238" cy="585216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Email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6583679" y="146304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own Arrow 62"/>
          <p:cNvSpPr/>
          <p:nvPr/>
        </p:nvSpPr>
        <p:spPr>
          <a:xfrm>
            <a:off x="6583679" y="47548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