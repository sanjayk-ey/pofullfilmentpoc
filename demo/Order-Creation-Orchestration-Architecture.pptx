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93268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37360"/>
            <a:ext cx="1225296" cy="3840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EXPERIENCE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CSR WORKSPACE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37360"/>
            <a:ext cx="54864" cy="384048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2176272"/>
            <a:ext cx="1225296" cy="212140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AGENT TEAM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2176272"/>
            <a:ext cx="54864" cy="212140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4352544"/>
            <a:ext cx="1225296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4352544"/>
            <a:ext cx="54864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1752" y="4773168"/>
            <a:ext cx="1225296" cy="78638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" y="4773168"/>
            <a:ext cx="54864" cy="78638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1752" y="5614416"/>
            <a:ext cx="1225296" cy="8412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" y="5614416"/>
            <a:ext cx="54864" cy="84124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8249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reads, extracts and resolves every PO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09928" y="1005840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09928" y="1005840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1368" y="1088136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4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01368" y="1289304"/>
            <a:ext cx="22860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Email PO      • PDF PO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Excel PO (.xlsx/.xls)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Scanned PO</a:t>
            </a:r>
          </a:p>
        </p:txBody>
      </p:sp>
      <p:sp>
        <p:nvSpPr>
          <p:cNvPr id="23" name="Chevron 22"/>
          <p:cNvSpPr/>
          <p:nvPr/>
        </p:nvSpPr>
        <p:spPr>
          <a:xfrm>
            <a:off x="4224528" y="1261872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90288" y="1005840"/>
            <a:ext cx="5422392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90288" y="1005840"/>
            <a:ext cx="54223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00016" y="1088136"/>
            <a:ext cx="51937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0016" y="1298448"/>
            <a:ext cx="519379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 (rule-based · confidence-scored) · resolve identity / account / ship-to · </a:t>
            </a:r>
            <a:r>
              <a:rPr sz="670" b="0" i="0">
                <a:solidFill>
                  <a:srgbClr val="FFB020"/>
                </a:solidFill>
                <a:latin typeface="Segoe UI"/>
              </a:rPr>
              <a:t>intake gates for CSR: obsolete→substitute · SKU · qty · UOM · buyer · ship-to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4208" y="1737360"/>
            <a:ext cx="8394192" cy="38404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3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CSR WORKSPACE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decision cards · one-click actions (Approve · Reject · Escalate · Correct · Pick · Enter) · live agent panels · audit viewer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64208" y="2176272"/>
            <a:ext cx="8394192" cy="212140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73936" y="2231136"/>
            <a:ext cx="8174736" cy="36576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 pipeline / state machine · pauses on exception, resumes on CSR decision · Approvals runs last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733288" y="2606039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773936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73936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2852927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953511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obsolete · UOM · restrict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53511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4032504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33087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33087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5212079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12663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12663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6391655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492240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7571231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71815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delivery · SLA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71815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8750807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851391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budget · approval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851391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773936" y="3822191"/>
            <a:ext cx="4014215" cy="42062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773936" y="3822191"/>
            <a:ext cx="64008" cy="42062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920240" y="3867911"/>
            <a:ext cx="37398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35C759"/>
                </a:solidFill>
                <a:latin typeface="Segoe UI"/>
              </a:rPr>
              <a:t>✓ Straight-through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  — all agents pass → autonomous → order creation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934456" y="3822191"/>
            <a:ext cx="4014215" cy="42062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934456" y="3822191"/>
            <a:ext cx="64008" cy="4206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3867911"/>
            <a:ext cx="37398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B020"/>
                </a:solidFill>
                <a:latin typeface="Segoe UI"/>
              </a:rPr>
              <a:t>⚠ Human-in-the-loop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  — an agent raises an exception → CSR decides → resumes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664208" y="4352544"/>
            <a:ext cx="8394192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🤖  EXCEPTION GOVERNANCE AGENT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routes every exception to its owner with severity + SLA (governance master · severity matrix · role routing)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64208" y="4352544"/>
            <a:ext cx="64008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82496" y="4791455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709928" y="5010912"/>
            <a:ext cx="214884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2" name="Chevron 61"/>
          <p:cNvSpPr/>
          <p:nvPr/>
        </p:nvSpPr>
        <p:spPr>
          <a:xfrm>
            <a:off x="3895344" y="5157216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315968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77612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39255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00899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162543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24187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664208" y="5614416"/>
            <a:ext cx="8394192" cy="84124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773936" y="5669279"/>
            <a:ext cx="81747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50" b="0" i="1">
                <a:solidFill>
                  <a:srgbClr val="C2C2D0"/>
                </a:solidFill>
                <a:latin typeface="Segoe UI"/>
              </a:rPr>
              <a:t>— each agent owns its domain and reads governed data (change the data, not the code)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77393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22081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7022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018372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766517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514663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62808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010954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759099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07245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255390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matrix</a:t>
            </a:r>
          </a:p>
        </p:txBody>
      </p:sp>
      <p:sp>
        <p:nvSpPr>
          <p:cNvPr id="82" name="Down Arrow 81"/>
          <p:cNvSpPr/>
          <p:nvPr/>
        </p:nvSpPr>
        <p:spPr>
          <a:xfrm>
            <a:off x="5715000" y="1664207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Down Arrow 82"/>
          <p:cNvSpPr/>
          <p:nvPr/>
        </p:nvSpPr>
        <p:spPr>
          <a:xfrm>
            <a:off x="5715000" y="210312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own Arrow 83"/>
          <p:cNvSpPr/>
          <p:nvPr/>
        </p:nvSpPr>
        <p:spPr>
          <a:xfrm>
            <a:off x="5715000" y="4279392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Down Arrow 84"/>
          <p:cNvSpPr/>
          <p:nvPr/>
        </p:nvSpPr>
        <p:spPr>
          <a:xfrm>
            <a:off x="5715000" y="4700016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609344" y="4297679"/>
            <a:ext cx="0" cy="1316737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10168128" y="749808"/>
            <a:ext cx="1737360" cy="480974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168128" y="749808"/>
            <a:ext cx="1737360" cy="8229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277855" y="859536"/>
            <a:ext cx="15179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277855" y="1133856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Multi-agent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277855" y="1133856"/>
            <a:ext cx="45720" cy="808329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10277855" y="203362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Human-in-the-loop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control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277855" y="2033625"/>
            <a:ext cx="45720" cy="808329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10277855" y="293339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Exception 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&amp; SLA routing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277855" y="2933395"/>
            <a:ext cx="45720" cy="808329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10277855" y="383316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277855" y="3833164"/>
            <a:ext cx="45720" cy="808329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10277855" y="473293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Resumable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state machine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77855" y="4732934"/>
            <a:ext cx="45720" cy="808329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20040" y="65471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