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443984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443984"/>
            <a:ext cx="54864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5486400"/>
            <a:ext cx="1225296" cy="9692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LEGACY 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5486400"/>
            <a:ext cx="54864" cy="969264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 etc.</a:t>
            </a:r>
          </a:p>
        </p:txBody>
      </p:sp>
      <p:sp>
        <p:nvSpPr>
          <p:cNvPr id="19" name="Chevron 18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90288" y="1005840"/>
            <a:ext cx="72511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1005840"/>
            <a:ext cx="72511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1088136"/>
            <a:ext cx="7022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1298448"/>
            <a:ext cx="70225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4208" y="1737360"/>
            <a:ext cx="102229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73936" y="1792224"/>
            <a:ext cx="100035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6476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73936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29340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03466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3466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41948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9539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539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54555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56123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56123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Chevron 37"/>
          <p:cNvSpPr/>
          <p:nvPr/>
        </p:nvSpPr>
        <p:spPr>
          <a:xfrm>
            <a:off x="67162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16852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6852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7976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77581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77581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92377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38309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38309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Chevron 46"/>
          <p:cNvSpPr/>
          <p:nvPr/>
        </p:nvSpPr>
        <p:spPr>
          <a:xfrm>
            <a:off x="104984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99038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599038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3631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238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8846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453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060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6667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9275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1882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773936" y="3730752"/>
            <a:ext cx="100035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73936" y="3730752"/>
            <a:ext cx="100035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480560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4736592"/>
            <a:ext cx="2148840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4919472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582412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48855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15300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81743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648188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486400"/>
            <a:ext cx="10222992" cy="969264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559552"/>
            <a:ext cx="10003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883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027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171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4315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3459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2603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747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891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0035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917936" y="5870448"/>
            <a:ext cx="859536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66294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66294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609344" y="4315968"/>
            <a:ext cx="0" cy="1170432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