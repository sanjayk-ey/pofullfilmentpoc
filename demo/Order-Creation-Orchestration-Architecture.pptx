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170432" cy="73152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PO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7315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572768"/>
            <a:ext cx="1170432" cy="320040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HUMAN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572768"/>
            <a:ext cx="54864" cy="3200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4882896"/>
            <a:ext cx="1170432" cy="10241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4882896"/>
            <a:ext cx="54864" cy="10241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91056" y="768096"/>
            <a:ext cx="102229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PO INTAKE — received via any channel;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is the first agent in the orchestration below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987552"/>
            <a:ext cx="10222992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18488" y="987552"/>
            <a:ext cx="102229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9928" y="1069848"/>
            <a:ext cx="100401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any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" y="1271016"/>
            <a:ext cx="1004011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 Excel PO etc.  →  handed to the orchestration below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72768" y="1572768"/>
            <a:ext cx="10314432" cy="3200400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700784" y="1682495"/>
            <a:ext cx="10058400" cy="36576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resumable, pause-and-resume workflow · Approvals runs last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6601968" y="2084832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00784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reads PO · extracts fields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00784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273507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2651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2651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386080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5223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catalog · compliance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5223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>
            <a:off x="498652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7796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7796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6112256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03696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3696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7237984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29423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29423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836371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45515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5515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948944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58087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plan A/B/C · freight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8087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1061516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70660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0660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22707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352800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478528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604256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729984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85571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981439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107167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232895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1700784" y="3904487"/>
            <a:ext cx="10058400" cy="5669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for a human decision, then the pipeline resumes   (all agents pass ⇒ straight-through)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00784" y="3904487"/>
            <a:ext cx="10058400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91056" y="4919472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618488" y="5193792"/>
            <a:ext cx="2148840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59" name="Chevron 58"/>
          <p:cNvSpPr/>
          <p:nvPr/>
        </p:nvSpPr>
        <p:spPr>
          <a:xfrm>
            <a:off x="3803904" y="5394960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224528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09260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793992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78724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3455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648188" y="5193792"/>
            <a:ext cx="1193291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66" name="Down Arrow 65"/>
          <p:cNvSpPr/>
          <p:nvPr/>
        </p:nvSpPr>
        <p:spPr>
          <a:xfrm>
            <a:off x="6583679" y="146304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Down Arrow 66"/>
          <p:cNvSpPr/>
          <p:nvPr/>
        </p:nvSpPr>
        <p:spPr>
          <a:xfrm>
            <a:off x="6583679" y="47548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0040" y="60899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