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LEGACY 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102229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82412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48855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5300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81743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4818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102229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88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02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17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31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45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60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74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9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03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917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66294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