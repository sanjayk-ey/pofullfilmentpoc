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3840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CSR WORKSPACE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38404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2176272"/>
            <a:ext cx="1225296" cy="21214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AGENT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176272"/>
            <a:ext cx="54864" cy="21214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reads, extracts and resolves every PO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09928" y="1024127"/>
            <a:ext cx="2286000" cy="6035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09928" y="1024127"/>
            <a:ext cx="228600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1106424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1307592"/>
            <a:ext cx="210312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PO text / email (paste)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 / .xls)</a:t>
            </a:r>
          </a:p>
        </p:txBody>
      </p:sp>
      <p:sp>
        <p:nvSpPr>
          <p:cNvPr id="23" name="Chevron 22"/>
          <p:cNvSpPr/>
          <p:nvPr/>
        </p:nvSpPr>
        <p:spPr>
          <a:xfrm>
            <a:off x="4041648" y="1234440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07408" y="1024127"/>
            <a:ext cx="5605272" cy="6035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1024127"/>
            <a:ext cx="560527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1106424"/>
            <a:ext cx="53766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1298448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 (rule-based · confidence-scored) · resolve identity / account / ship-to · </a:t>
            </a:r>
            <a:r>
              <a:rPr sz="670" b="0" i="0">
                <a:solidFill>
                  <a:srgbClr val="FFB020"/>
                </a:solidFill>
                <a:latin typeface="Segoe UI"/>
              </a:rPr>
              <a:t>intake gates for CSR: obsolete→substitute · SKU · qty · UOM · buyer · ship-to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8" y="1737360"/>
            <a:ext cx="8394192" cy="38404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CSR WORKSPACE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decision cards · one-click actions (Approve · Reject · Escalate · Correct · Pick · Enter) · live agent panels · audit viewer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2176272"/>
            <a:ext cx="8394192" cy="21214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2231136"/>
            <a:ext cx="8174736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 pipeline / state machine · pauses on exception, resumes on CSR decision · Approvals runs last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33288" y="2606039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73936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3936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285292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5351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5351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4032504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33087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33087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212079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12663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12663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391655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492240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571231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5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71815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875080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5139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5139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73936" y="3822191"/>
            <a:ext cx="64008" cy="42062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2024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5C759"/>
                </a:solidFill>
                <a:latin typeface="Segoe UI"/>
              </a:rPr>
              <a:t>✓ Straight-through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all agents pass → autonomous → order creation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93445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34456" y="3822191"/>
            <a:ext cx="64008" cy="4206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B020"/>
                </a:solidFill>
                <a:latin typeface="Segoe UI"/>
              </a:rPr>
              <a:t>⚠ Human-in-the-loop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an agent raises an exception → CSR decides → resumes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2" name="Down Arrow 81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own Arrow 82"/>
          <p:cNvSpPr/>
          <p:nvPr/>
        </p:nvSpPr>
        <p:spPr>
          <a:xfrm>
            <a:off x="5715000" y="210312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5715000" y="427939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own Arrow 84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609344" y="4297679"/>
            <a:ext cx="0" cy="1316737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