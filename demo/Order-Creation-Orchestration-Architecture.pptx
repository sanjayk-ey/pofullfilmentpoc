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CSR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83941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81747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7332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7054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06064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6064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37376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8194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8194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7697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870323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70323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8018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02452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2452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833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34581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34581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8661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966709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66709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8982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98838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98838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2488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809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131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3452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3773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4094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4416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4737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81747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CSR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81747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57150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