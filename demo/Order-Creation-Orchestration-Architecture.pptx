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CSR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1" name="Chevron 20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90288" y="1005840"/>
            <a:ext cx="72511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288" y="1005840"/>
            <a:ext cx="72511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088136"/>
            <a:ext cx="7022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1298448"/>
            <a:ext cx="70225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64208" y="1737360"/>
            <a:ext cx="102229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1792224"/>
            <a:ext cx="100035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66476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773936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3936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29340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03466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3466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41948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29539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539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54555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556123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56123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67162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16852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16852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7976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77581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77581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92377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338309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38309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104984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99038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599038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3631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6238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8846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453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4060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6667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9275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1882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773936" y="3730752"/>
            <a:ext cx="100035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CSR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and hands the decision to the CSR:   </a:t>
            </a:r>
            <a:r>
              <a:rPr sz="800" b="1" i="0">
                <a:solidFill>
                  <a:srgbClr val="35C759"/>
                </a:solidFill>
                <a:latin typeface="Segoe UI"/>
              </a:rPr>
              <a:t>Approve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5A5A"/>
                </a:solidFill>
                <a:latin typeface="Segoe UI"/>
              </a:rPr>
              <a:t>Reject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B020"/>
                </a:solidFill>
                <a:latin typeface="Segoe UI"/>
              </a:rPr>
              <a:t>Escalate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 → the pipeline resumes        (all agents pass ⇒ straight-through, autonomous)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73936" y="3730752"/>
            <a:ext cx="100035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664208" y="4352544"/>
            <a:ext cx="102229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6" name="Chevron 65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15968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82412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48855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5300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81743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648188" y="5010912"/>
            <a:ext cx="11932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64208" y="5614416"/>
            <a:ext cx="102229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73936" y="5669279"/>
            <a:ext cx="10003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73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883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027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171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315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45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2603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1747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891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035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917936" y="5934455"/>
            <a:ext cx="859536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66294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66294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66294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1609344" y="4315968"/>
            <a:ext cx="0" cy="1298448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